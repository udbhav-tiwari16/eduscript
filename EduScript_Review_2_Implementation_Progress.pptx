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7548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FDBFE"/>
                </a:solidFill>
              </a:defRPr>
            </a:pPr>
            <a:r>
              <a:t>COMPILER DESIGN LABORATORY •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EduScript: Implementation Progress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Progress Report: Modular Architecture, Lexical &amp; Syntax Pipeline, Scoped Symbol Management, and Working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STUDENT NAME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Udbhav Tiwari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2423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REGISTER NUMBER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24BCT0328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663440"/>
            <a:ext cx="2423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COURSE &amp; REVIEW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CD Lab • Review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663440"/>
            <a:ext cx="2423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PROJECT TYPE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Individual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4663440"/>
            <a:ext cx="24231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Planned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Problem Statement &amp; Objectives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Purpose of EduScript: </a:t>
            </a:r>
            <a:r>
              <a:rPr b="0" sz="1300">
                <a:solidFill>
                  <a:srgbClr val="0F172A"/>
                </a:solidFill>
              </a:rPr>
              <a:t>To build a transparent, highly educational compiler/interpreter for an imperative language with customizable syntax.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Educational Gap Addressed: </a:t>
            </a:r>
            <a:r>
              <a:rPr b="0" sz="1300">
                <a:solidFill>
                  <a:srgbClr val="0F172A"/>
                </a:solidFill>
              </a:rPr>
              <a:t>Standard production compilers act as black boxes; EduScript enables students to inspect every transformation stage in real time.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Key Project Goals: </a:t>
            </a:r>
            <a:r>
              <a:rPr b="0" sz="1300">
                <a:solidFill>
                  <a:srgbClr val="0F172A"/>
                </a:solidFill>
              </a:rPr>
              <a:t>1. Data-driven lexical scanning with custom multilingual keywords.
2. Recursive descent syntax analysis with structured AST nodes.
3. Scoped symbol tables with static semantic validation.
4. Intermediate code generation &amp; execution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Modular Pipeline Architecture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Modular Staged Design: </a:t>
            </a:r>
            <a:r>
              <a:rPr b="0" sz="1300">
                <a:solidFill>
                  <a:srgbClr val="0F172A"/>
                </a:solidFill>
              </a:rPr>
              <a:t>Each compiler phase is implemented as an independent, decoupled module communicating through explicit data structures.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Lexical Analyzer (lexer.py): </a:t>
            </a:r>
            <a:r>
              <a:rPr b="0" sz="1300">
                <a:solidFill>
                  <a:srgbClr val="0F172A"/>
                </a:solidFill>
              </a:rPr>
              <a:t>Converts raw characters into normalized Token stream using external JSON keyword mapping.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Parser &amp; AST (parser.py, ast_nodes.py): </a:t>
            </a:r>
            <a:r>
              <a:rPr b="0" sz="1300">
                <a:solidFill>
                  <a:srgbClr val="0F172A"/>
                </a:solidFill>
              </a:rPr>
              <a:t>Validates grammatical structure and generates a strongly-typed Abstract Syntax Tree.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Symbol Table &amp; Semantic Checks: </a:t>
            </a:r>
            <a:r>
              <a:rPr b="0" sz="1300">
                <a:solidFill>
                  <a:srgbClr val="0F172A"/>
                </a:solidFill>
              </a:rPr>
              <a:t>Tracks hierarchical lexical scopes, identifier declarations, and type compatibility.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Backend Pipeline: </a:t>
            </a:r>
            <a:r>
              <a:rPr b="0" sz="1300">
                <a:solidFill>
                  <a:srgbClr val="0F172A"/>
                </a:solidFill>
              </a:rPr>
              <a:t>Translates validated AST into Three-Address Code for virtual machine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Implementation Progress &amp; Current Development Status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2286000"/>
                <a:gridCol w="2133295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Compiler Module /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Planned Functionality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Lexical Analyzer (lexer.py)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Data-driven tokenization, keyword mapping, line/col tracking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Operational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Verified with test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Configuration System (JSON)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External keyword mappings and token definitions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Configurable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Tested with Hindi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Parser (parser.py)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Recursive descent parsing with precedence climbing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Operational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Verified with AST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AST Hierarchy (ast_nodes.py)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Typed AST node classes, Visitor pattern, ASCII printer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Modular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Verified across statements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Symbol Table (symbol_table.py)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Hierarchical scope tree, variable shadowing &amp; state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Scoped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Tested across block scopes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Semantic Analyzer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Static type checking, undeclared &amp; duplicate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Diagnostic errors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Intermediate Code &amp; Execution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Three-Address Code generation &amp; Virtual Machine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Implemented &amp; Integrated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End-to-end execution active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Working Module Demonstration: Lexical Analyzer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Lexer Execution &amp; Keyword Normalization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Working Command: </a:t>
            </a:r>
            <a:r>
              <a:rPr b="0" sz="1300">
                <a:solidFill>
                  <a:srgbClr val="0F172A"/>
                </a:solidFill>
              </a:rPr>
              <a:t>python main.py example.custom --tokens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Token Recognition: </a:t>
            </a:r>
            <a:r>
              <a:rPr b="0" sz="1300">
                <a:solidFill>
                  <a:srgbClr val="0F172A"/>
                </a:solidFill>
              </a:rPr>
              <a:t>Scans raw source text into structured atomic Token objects with type, lexeme, and 1-based line:column coordinates.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Custom Keyword Normalization: </a:t>
            </a:r>
            <a:r>
              <a:rPr b="0" sz="1300">
                <a:solidFill>
                  <a:srgbClr val="0F172A"/>
                </a:solidFill>
              </a:rPr>
              <a:t>Custom Hindi keywords (purnaank, jabtak, agar, warna, dikhao, wapas) are transparently mapped to canonical equivalents (int, while, if, else, print, return).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Token Stream Breakdown: </a:t>
            </a:r>
            <a:r>
              <a:rPr b="0" sz="1300">
                <a:solidFill>
                  <a:srgbClr val="0F172A"/>
                </a:solidFill>
              </a:rPr>
              <a:t>Outputs clean tabular breakdown categorizing identifiers, integers, floats, operators, and delimiters.</a:t>
            </a:r>
          </a:p>
        </p:txBody>
      </p:sp>
      <p:pic>
        <p:nvPicPr>
          <p:cNvPr id="8" name="Picture 7" descr="03_phase1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5334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Compiler Concepts &amp; Technical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</a:defRPr>
            </a:pPr>
            <a:r>
              <a:t>Application of Core Compiler Theory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Longest-Match Tokenization: </a:t>
            </a:r>
            <a:r>
              <a:rPr b="0" sz="1300">
                <a:solidFill>
                  <a:srgbClr val="0F172A"/>
                </a:solidFill>
              </a:rPr>
              <a:t>Operators sorted by length to guarantee multi-character operators (==, !=, &lt;=, &gt;=) match before single-character tokens (=, &lt;).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Recursive Descent Parsing: </a:t>
            </a:r>
            <a:r>
              <a:rPr b="0" sz="1300">
                <a:solidFill>
                  <a:srgbClr val="0F172A"/>
                </a:solidFill>
              </a:rPr>
              <a:t>Deterministic top-down grammar parsing with precedence climbing ensuring correct arithmetic &amp; relational operator binding.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Structured AST Construction: </a:t>
            </a:r>
            <a:r>
              <a:rPr b="0" sz="1300">
                <a:solidFill>
                  <a:srgbClr val="0F172A"/>
                </a:solidFill>
              </a:rPr>
              <a:t>Abstract Syntax Tree constructed with dedicated node classes, preserving hierarchy for subsequent analysis passes.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Panic-Mode Error Recovery: </a:t>
            </a:r>
            <a:r>
              <a:rPr b="0" sz="1300">
                <a:solidFill>
                  <a:srgbClr val="0F172A"/>
                </a:solidFill>
              </a:rPr>
              <a:t>Synchronizes at statement delimiters (semicolons, braces) to continue validation after syntax errors.</a:t>
            </a:r>
          </a:p>
        </p:txBody>
      </p:sp>
      <p:pic>
        <p:nvPicPr>
          <p:cNvPr id="8" name="Picture 7" descr="04_phase2_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5938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Code Quality, Modularity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1. Clean Separation of Concerns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Every phase is isolated in a dedicated source module: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lexer.py (Tokenization &amp; Lexing)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parser.py &amp; ast_nodes.py (Grammar &amp; AST)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symbol_table.py (Lexical Scopes)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semantic_analyzer.py (Type &amp; Scope Validation)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tac_generator.py &amp; interpreter.py (Backend)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2. Data-Driven Configuration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Language syntax is decoupled from source code logic: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default_tokens.json (Operators, delimiters, comments)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keyword_mapping.json (Custom keyword dictionary)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config.json (Runtime behavior and path routing)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Allows changing keywords without altering scanner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</a:defRPr>
            </a:pPr>
            <a:r>
              <a:t>3. Strong Typing &amp; Readability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Written in Python 3.11 with dataclasses and type annotations: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Token dataclass with helper matchers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ASTVisitor abstract base class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Structured error classes with line/col attributes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Zero external package dependencies.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31920"/>
            <a:ext cx="5257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4. Transparent CLI Diagnostic Engine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Provides interactive command-line inspection flags: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--tokens (Token stream table)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--ast (Visual ASCII AST tree)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--symbols (Scoped symbol table)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--tac (Three-Address Code IR)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• --all (Complete pipeline trace)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 Strategy &amp; Functional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Representative Test Cases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Valid Custom Script (example.custom): </a:t>
            </a:r>
            <a:r>
              <a:rPr b="0" sz="1300">
                <a:solidFill>
                  <a:srgbClr val="0F172A"/>
                </a:solidFill>
              </a:rPr>
              <a:t>Tests Hindi keyword normalization, while-loops (jabtak), float arithmetic, and if/else branching (agar/warna).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Factorial Algorithm (test_custom_hindi.custom): </a:t>
            </a:r>
            <a:r>
              <a:rPr b="0" sz="1300">
                <a:solidFill>
                  <a:srgbClr val="0F172A"/>
                </a:solidFill>
              </a:rPr>
              <a:t>Validates loop accumulator logic, integer multiplication, and conditional verification in custom keywords.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Arithmetic Precedence (test_arithmetic.edu): </a:t>
            </a:r>
            <a:r>
              <a:rPr b="0" sz="1300">
                <a:solidFill>
                  <a:srgbClr val="0F172A"/>
                </a:solidFill>
              </a:rPr>
              <a:t>Verifies operator precedence climbing, parenthesized sub-expressions, and compound assignments (+=, -=, *=, /=).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Diagnostic Error Tests (error_*.edu): </a:t>
            </a:r>
            <a:r>
              <a:rPr b="0" sz="1300">
                <a:solidFill>
                  <a:srgbClr val="0F172A"/>
                </a:solidFill>
              </a:rPr>
              <a:t>Negative test cases validating detection of lexical errors, syntax errors, and semantic type mismatches.</a:t>
            </a:r>
          </a:p>
        </p:txBody>
      </p:sp>
      <p:pic>
        <p:nvPicPr>
          <p:cNvPr id="8" name="Picture 7" descr="01_test_suite_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4477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Solving &amp; Technical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1. Multi-Character Operator Collisions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Challenge: Operators like '=' and '==' share prefixes, leading to greedy single-character matching errors.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Solution: Implemented length-descending operator sorting in lexer.py ensuring longest matches are prioritized deterministically.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2. Multilingual Keyword Decoupling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Challenge: Supporting Hindi keywords (agar, jabtak) without complicating parser grammar rules.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Solution: Lexer attaches canonical attributes (e.g. 'if' for 'agar') based on JSON mapping, allowing parser to remain grammar-pure.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</a:defRPr>
            </a:pPr>
            <a:r>
              <a:t>3. Precise Error Coordinate Tracking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Challenge: Providing actionable feedback when syntax or semantic errors occur in nested code.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Solution: Tracked exact 1-based line and column coordinates at token level, propagated through AST nodes to diagnostic error reporters.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31920"/>
            <a:ext cx="5257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4. Transparent Intermediate Inspection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Challenge: Lack of visibility into internal transformations during compiler lab testing.</a:t>
            </a:r>
          </a:p>
          <a:p>
            <a:pPr>
              <a:spcAft>
                <a:spcPts val="200"/>
              </a:spcAft>
              <a:defRPr sz="1050">
                <a:solidFill>
                  <a:srgbClr val="0F172A"/>
                </a:solidFill>
              </a:defRPr>
            </a:pPr>
            <a:r>
              <a:t>Solution: Built dedicated CLI inspection options (--tokens, --ast, --symbols, --tac) allowing step-by-step verification of intermediate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2 Viva Preparation — Key Technical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Q1: What is the primary role of the Lexical Analysis stage in EduScript?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A1: The Lexer converts raw character streams into categorized Token objects, strips comments and whitespace, tracks exact line/column coordinates, and normalizes custom keyword aliases into canonical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0048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Q2: How does the parser handle custom Hindi keywords without modifying its grammar?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A2: The Lexer attaches canonical tags (e.g. canonical='while' for 'jabtak') based on keyword_mapping.json. The Parser checks token.canonical instead of raw lexemes, decoupling grammar rules from keyword naming.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Q3: How does the Lexer resolve ambiguities between '=' and '=='?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A3: EduScript applies the maximal munch (longest match) rule by sorting the operator table descending by length. Multi-character operators like '==' are checked before single-character operators like '='.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84064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57216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Q4: Why is modular architecture important for compiler construction in this project?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A4: Modular separation ensures each phase (Lexing, Parsing, Semantic Checking) has a single responsibility and well-defined input/output data contracts, simplifying debugging and intermediate inspection.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REVIEW 2: IMPLEMENTATION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REVIEW 2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2 Summary &amp; Next Development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Review 2 Progress Summary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Working Front-End Pipeline: </a:t>
            </a:r>
            <a:r>
              <a:rPr b="0" sz="1300">
                <a:solidFill>
                  <a:srgbClr val="0F172A"/>
                </a:solidFill>
              </a:rPr>
              <a:t>Lexical analysis, keyword normalization, recursive descent parsing, and AST construction are fully functional and verified.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Semantic &amp; Scoping Base: </a:t>
            </a:r>
            <a:r>
              <a:rPr b="0" sz="1300">
                <a:solidFill>
                  <a:srgbClr val="0F172A"/>
                </a:solidFill>
              </a:rPr>
              <a:t>Scoped symbol tables and static semantic analysis rules actively validate identifier declarations and data types.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Repository &amp; Version Control: </a:t>
            </a:r>
            <a:r>
              <a:rPr b="0" sz="1300">
                <a:solidFill>
                  <a:srgbClr val="0F172A"/>
                </a:solidFill>
              </a:rPr>
              <a:t>https://github.com/Udbhav-Tiwari16/EduScript (Branch: main).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Next Development Steps: </a:t>
            </a:r>
            <a:r>
              <a:rPr b="0" sz="1300">
                <a:solidFill>
                  <a:srgbClr val="0F172A"/>
                </a:solidFill>
              </a:rPr>
              <a:t>Further refining semantic diagnostic edge cases, exploring intermediate representation optimizations, and finalizing documentation.</a:t>
            </a:r>
          </a:p>
        </p:txBody>
      </p:sp>
      <p:pic>
        <p:nvPicPr>
          <p:cNvPr id="8" name="Picture 7" descr="14_git_statu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77440"/>
            <a:ext cx="5623560" cy="7673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